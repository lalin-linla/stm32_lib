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8C2875-8507-611E-50BB-D0F98F39F1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BE29384-4FB0-CA75-FCC4-32603AEAD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4A9021-083F-D51A-6549-054A03F5A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C481F-84A0-40F6-BB31-1C1CA2234F33}" type="datetimeFigureOut">
              <a:rPr lang="zh-CN" altLang="en-US" smtClean="0"/>
              <a:t>2023/9/12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0BA56A-23D2-EEDF-95F3-6FF525A53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951AC9-3D3E-565A-2CBC-A4C2D7F48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5A298-8E7B-488F-BB26-BCE250E73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123D78-BFCF-FB82-EC31-CB1AEC9B6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E4AA2F-CADE-0242-3BB8-1734FA654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D527F9-29CA-6EFD-258E-F00C10427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C481F-84A0-40F6-BB31-1C1CA2234F33}" type="datetimeFigureOut">
              <a:rPr lang="zh-CN" altLang="en-US" smtClean="0"/>
              <a:t>2023/9/12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63F561-7BE8-19C5-97B8-07F8CA03C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A48AC7-1DCC-7AEA-30D3-68BD4684F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5A298-8E7B-488F-BB26-BCE250E73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12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FE15C7-48F7-D27C-A980-BEDC64ABA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A28968-4C2A-C3BA-6496-DFD319A2C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59A0ED-35F1-1F87-580A-86E662052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C481F-84A0-40F6-BB31-1C1CA2234F33}" type="datetimeFigureOut">
              <a:rPr lang="zh-CN" altLang="en-US" smtClean="0"/>
              <a:t>2023/9/12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02A707-7D83-E135-1538-5B73A7581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8368A9-2572-3BC2-AFAA-7766C2162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5A298-8E7B-488F-BB26-BCE250E73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123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564A35-873E-FDF6-766B-B242C0ADA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B2FFD0-B230-8AB6-0CCB-E528B8B87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CFAD33-B528-5852-7E37-FA6EF10CF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A51E8C-FFBD-5B40-59C6-4DD235F3D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C481F-84A0-40F6-BB31-1C1CA2234F33}" type="datetimeFigureOut">
              <a:rPr lang="zh-CN" altLang="en-US" smtClean="0"/>
              <a:t>2023/9/12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06BD3E-CC79-D813-450F-5ADAB5666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F87982-09DD-BABF-4821-13F41F76D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5A298-8E7B-488F-BB26-BCE250E73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611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3EDD86-8F28-FD80-FF4E-401A9EACB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3CC3EE-EA6E-A6D8-AF99-7BE19F39D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E0D045-83E8-81D3-6CDC-5B7C58A55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D3D00AB-A6F6-07BB-8E90-AE17D3FB6D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A0E59B-6A51-D401-4A97-AEFF98C584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96F0C15-7FA6-6589-8BA2-ECF66931B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C481F-84A0-40F6-BB31-1C1CA2234F33}" type="datetimeFigureOut">
              <a:rPr lang="zh-CN" altLang="en-US" smtClean="0"/>
              <a:t>2023/9/12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CC50535-8032-0C56-E661-D9A070230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6233A30-1638-947B-90B4-11241DB36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5A298-8E7B-488F-BB26-BCE250E73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93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EA70F-1EC8-0FA1-4379-89E93EF47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83382BA-BE4D-4CD7-8327-F1510DD47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C481F-84A0-40F6-BB31-1C1CA2234F33}" type="datetimeFigureOut">
              <a:rPr lang="zh-CN" altLang="en-US" smtClean="0"/>
              <a:t>2023/9/12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A880717-328F-7381-8520-42D7DAEEC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CFA367-839D-4FC5-5D05-FD28B42D7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5A298-8E7B-488F-BB26-BCE250E73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88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4DCA33B-4564-9726-1512-D15AA778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C481F-84A0-40F6-BB31-1C1CA2234F33}" type="datetimeFigureOut">
              <a:rPr lang="zh-CN" altLang="en-US" smtClean="0"/>
              <a:t>2023/9/12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2A3CE36-B7FF-7D2C-3DE4-5A107B5CB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7A39DA-685C-5BDA-1B2F-9B3E77D56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5A298-8E7B-488F-BB26-BCE250E73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05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D3698F-E575-E9A2-F3E4-434B1862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F95DF4-B4CD-A34D-64E5-190E0C8A7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99A08F-6961-8516-A221-02700D11D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B6C711-CBE3-B727-F03C-3491A48E5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C481F-84A0-40F6-BB31-1C1CA2234F33}" type="datetimeFigureOut">
              <a:rPr lang="zh-CN" altLang="en-US" smtClean="0"/>
              <a:t>2023/9/12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032CDE-F335-83BB-697B-A70DE791E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641C6E-21C1-6BA0-BEAC-08C15B122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5A298-8E7B-488F-BB26-BCE250E73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889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9D37A8-89AB-DA3F-5C3A-F3679D292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32F93B4-0276-093B-78C7-EDB3701716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CCE9A4-8FBC-825F-7D97-9C94E64AF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2B7694-9A31-49D3-895F-B0096AF56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C481F-84A0-40F6-BB31-1C1CA2234F33}" type="datetimeFigureOut">
              <a:rPr lang="zh-CN" altLang="en-US" smtClean="0"/>
              <a:t>2023/9/12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EEB0E1-50BD-B88C-A4F3-154A7AD70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069C5F-510B-2481-11F2-55C179A3C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5A298-8E7B-488F-BB26-BCE250E73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980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0AD20-B236-6233-81F3-E99C47068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CAF69FC-D34F-5860-BB62-15C84BBB63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199217-495E-3F3B-AEB0-FC77546C2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C481F-84A0-40F6-BB31-1C1CA2234F33}" type="datetimeFigureOut">
              <a:rPr lang="zh-CN" altLang="en-US" smtClean="0"/>
              <a:t>2023/9/12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88AEBC-4B4A-1803-F37C-A6F7C77C1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22E3D9-7005-E6AA-0D7E-50FFA3216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5A298-8E7B-488F-BB26-BCE250E73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954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D47B0C9-40D0-D233-0194-C88F28971B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F84A205-8967-A81C-91FD-78CE01AA3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1B3657-08A7-6FF6-DD5D-E8B79BBC2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C481F-84A0-40F6-BB31-1C1CA2234F33}" type="datetimeFigureOut">
              <a:rPr lang="zh-CN" altLang="en-US" smtClean="0"/>
              <a:t>2023/9/12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444848-85CA-04BF-45A1-B38979A77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CA10B4-90A6-FC23-9409-ADE7C2796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5A298-8E7B-488F-BB26-BCE250E73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693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F8844F0-57E3-A1D0-C871-56DD92F6A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B6B754-B8B7-5DBA-943F-27B0AEEEF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7BBB32-C1BF-B46A-8DFF-BA0C0D9845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2C481F-84A0-40F6-BB31-1C1CA2234F33}" type="datetimeFigureOut">
              <a:rPr lang="zh-CN" altLang="en-US" smtClean="0"/>
              <a:t>2023/9/12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2B03BE-0AD4-E0FE-0A3C-37E083C31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3D4D5C-9553-40D1-7B80-041A990F2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5A298-8E7B-488F-BB26-BCE250E737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215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1E67E1-98D7-8E80-E8D9-6A1E7729E5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7B89857-9013-E60E-430F-380EE78DA2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419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AE2A6C-157E-9925-BB06-503190BB3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一、选择</a:t>
            </a:r>
            <a:r>
              <a:rPr lang="en-US" altLang="zh-CN" dirty="0"/>
              <a:t>MCU</a:t>
            </a:r>
            <a:r>
              <a:rPr lang="zh-CN" altLang="en-US"/>
              <a:t>创建工程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3FE06E-A6B9-9A5C-DD04-DF7826318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292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宽屏</PresentationFormat>
  <Paragraphs>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一、选择MCU创建工程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林 啦</dc:creator>
  <cp:lastModifiedBy>林 啦</cp:lastModifiedBy>
  <cp:revision>1</cp:revision>
  <dcterms:created xsi:type="dcterms:W3CDTF">2023-09-12T04:48:29Z</dcterms:created>
  <dcterms:modified xsi:type="dcterms:W3CDTF">2023-09-12T04:48:58Z</dcterms:modified>
</cp:coreProperties>
</file>